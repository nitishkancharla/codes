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bd08d84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bd08d84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bd08d848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bd08d848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bd08d848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bd08d848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bd08d848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bd08d848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bd08d84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bd08d84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d08d848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bd08d848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bd08d848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bd08d848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bd08d848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bd08d848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bd08d848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3bd08d848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bd08d848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bd08d848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bd08d848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bd08d848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bd08d848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bd08d848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44351" y="1563675"/>
            <a:ext cx="7455300" cy="6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Resume Skill Matcher &amp; Learning Recommendations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7384200" cy="24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the right job requires matching a </a:t>
            </a:r>
            <a:r>
              <a:rPr lang="en"/>
              <a:t>resume</a:t>
            </a:r>
            <a:r>
              <a:rPr lang="en"/>
              <a:t> skills with job requirements.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applicants struggle with identifying gaps in their skills.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solution: An AI-based Resume Matcher to assess resumes, compare skills, and suggest learning resources.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Challenges for Job Seekers: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Understanding whether their skills match a job role.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Identifying missing skills.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Finding the right learning resources.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Our Solution: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Extract skills from resumes.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Match them with job role requirements.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Provide a match score and learning recommendations.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Programming Language: Python</a:t>
            </a:r>
            <a:r>
              <a:rPr lang="en" sz="1100">
                <a:solidFill>
                  <a:schemeClr val="dk1"/>
                </a:solidFill>
              </a:rPr>
              <a:t> – Used as the core language for implementing NLP, ML, and UI functionalities.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Libraries: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NLP (Spacy, NLTK, Transformers):</a:t>
            </a:r>
            <a:r>
              <a:rPr lang="en" sz="1100">
                <a:solidFill>
                  <a:schemeClr val="dk1"/>
                </a:solidFill>
              </a:rPr>
              <a:t> Extracts skills, named entities, and summaries from resumes.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Machine Learning (scikit-learn, </a:t>
            </a:r>
            <a:r>
              <a:rPr b="1" lang="en" sz="1100">
                <a:solidFill>
                  <a:schemeClr val="dk1"/>
                </a:solidFill>
              </a:rPr>
              <a:t>Sentence Transformers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Computes similarity scores between resume skills and job role requirements using embeddings and TF-IDF.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File Handling (pdfplumber, docx2txt):</a:t>
            </a:r>
            <a:r>
              <a:rPr lang="en" sz="1100">
                <a:solidFill>
                  <a:schemeClr val="dk1"/>
                </a:solidFill>
              </a:rPr>
              <a:t> Extracts text from PDF and DOCX resumes for processing.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Web Interface (Gradio):</a:t>
            </a:r>
            <a:r>
              <a:rPr lang="en" sz="1100">
                <a:solidFill>
                  <a:schemeClr val="dk1"/>
                </a:solidFill>
              </a:rPr>
              <a:t> Creates an interactive UI for users to upload resumes and get skill match results.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API Used: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Ollama API for LLaMA 3.2</a:t>
            </a:r>
            <a:r>
              <a:rPr lang="en" sz="1100">
                <a:solidFill>
                  <a:schemeClr val="dk1"/>
                </a:solidFill>
              </a:rPr>
              <a:t> – Generates resume summaries using a powerful LLM, improving extraction quality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Works? (Pipeline Overview)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25" y="1152475"/>
            <a:ext cx="3268651" cy="350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Text from Resumes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Resumes are in different formats like PDF, Word.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pdfplumber and docx2txt to extract text from PDFs and DOCX files.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400" y="2104163"/>
            <a:ext cx="73342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roles and Predefined common skills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4"/>
            <a:ext cx="7990601" cy="26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Skills using NLP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605200" cy="3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detect skills from resume 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Matching predefined skills (manual list).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spaCy Named Entity Recognition (NER) for skill extraction.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175" y="2440950"/>
            <a:ext cx="4873626" cy="202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Summarizing Resume using LLaMA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provide a quick summary of the candidate’s profile.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LLaMA 3.2 via the Ollama API to generate a concise summary.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775" y="2238950"/>
            <a:ext cx="74104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Match Score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045625"/>
            <a:ext cx="8625300" cy="3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Why?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compare the resume’s skills with job role requirements.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common skills.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Calculate the percentage of matching skills.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missing skills.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25" y="3569724"/>
            <a:ext cx="6609576" cy="13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Recommendations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625300" cy="3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help users fill skill gaps.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How?</a:t>
            </a:r>
            <a:br>
              <a:rPr b="1" lang="en"/>
            </a:br>
            <a:r>
              <a:rPr lang="en"/>
              <a:t>If a skill is missing, provide relevant courses.</a:t>
            </a:r>
            <a:br>
              <a:rPr lang="en"/>
            </a:br>
            <a:r>
              <a:rPr lang="en"/>
              <a:t>Example Output:</a:t>
            </a:r>
            <a:br>
              <a:rPr lang="en"/>
            </a:br>
            <a:r>
              <a:rPr lang="en"/>
              <a:t>Missing Skill: AWS</a:t>
            </a:r>
            <a:br>
              <a:rPr lang="en"/>
            </a:br>
            <a:r>
              <a:rPr lang="en"/>
              <a:t>Recommended Course: AWS Certified Solutions Architect - Udemy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Interface using Gradio:</a:t>
            </a:r>
            <a:br>
              <a:rPr lang="en"/>
            </a:br>
            <a:r>
              <a:rPr lang="en"/>
              <a:t>To provide an easy-to-use platform for users.</a:t>
            </a:r>
            <a:br>
              <a:rPr lang="en"/>
            </a:br>
            <a:r>
              <a:rPr lang="en"/>
              <a:t>User uploads resume.</a:t>
            </a:r>
            <a:br>
              <a:rPr lang="en"/>
            </a:br>
            <a:r>
              <a:rPr lang="en"/>
              <a:t>Selects a job role.</a:t>
            </a:r>
            <a:br>
              <a:rPr lang="en"/>
            </a:br>
            <a:r>
              <a:rPr lang="en"/>
              <a:t>Clicks a button to see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240475" y="399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00" y="1152475"/>
            <a:ext cx="2647875" cy="30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901" y="1152475"/>
            <a:ext cx="2647875" cy="308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401200" y="1711650"/>
            <a:ext cx="4341600" cy="17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>
                <a:solidFill>
                  <a:schemeClr val="dk1"/>
                </a:solidFill>
              </a:rPr>
              <a:t>THANK YOU</a:t>
            </a:r>
            <a:endParaRPr sz="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